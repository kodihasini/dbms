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109728" cy="13716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1325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SignBridge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Intelligent Two-Way Sign Language Translator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60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A900"/>
                </a:solidFill>
              </a:rPr>
              <a:t>System Architecture &amp; Database Design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6F0"/>
                </a:solidFill>
              </a:rPr>
              <a:t>K. Hasini – 2520090209   |   L. Lavanya – 2520090009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React client  •  FastAPI backend  •  AI/ML engine  •  MySQL</a:t>
            </a:r>
            <a:endParaRPr lang="en-US" sz="1300" dirty="0"/>
          </a:p>
        </p:txBody>
      </p:sp>
      <p:pic>
        <p:nvPicPr>
          <p:cNvPr id="4" name="Image 0" descr="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7955280" cy="39169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Core Modules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What each part of the system does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77724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" cy="77724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Gesture Recognition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OpenCV + MediaPipe landmarks, TensorFlow / TF-Lite classifier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77724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97280"/>
            <a:ext cx="82296" cy="7772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Two-Way Translation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Gesture → text/speech and text/voice → sign visual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4023360" cy="77724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11680"/>
            <a:ext cx="82296" cy="7772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Confidence Feedback Loop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377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Flags uncertain predictions and asks the user to repeat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011680"/>
            <a:ext cx="4023360" cy="77724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011680"/>
            <a:ext cx="82296" cy="7772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Smart Phrase Builder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377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Joins recognized signs into coherent sentences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4023360" cy="77724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926080"/>
            <a:ext cx="82296" cy="77724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Emergency Mode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291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One-tap access to critical predefined phrases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926080"/>
            <a:ext cx="4023360" cy="77724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926080"/>
            <a:ext cx="82296" cy="77724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9204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Teach the AI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291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Users add and label their own custom gestures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4023360" cy="77724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840480"/>
            <a:ext cx="82296" cy="777240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" y="3913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Auth &amp; RBAC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4206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JWT login with admin / user / guest roles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840480"/>
            <a:ext cx="4023360" cy="777240"/>
          </a:xfrm>
          <a:prstGeom prst="rect">
            <a:avLst/>
          </a:prstGeom>
          <a:solidFill>
            <a:srgbClr val="F3F6FA"/>
          </a:solidFill>
          <a:ln w="9525">
            <a:solidFill>
              <a:srgbClr val="DDE6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840480"/>
            <a:ext cx="82296" cy="7772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892040" y="3913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</a:rPr>
              <a:t>Dashboard &amp; Sign Library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892040" y="4206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Known signs, saved phrases, translations, custom gestures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ER Diagram (Logical)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Crow's foot notation – 10 tables with PK / FK relationships</a:t>
            </a:r>
            <a:endParaRPr lang="en-US" sz="1300" dirty="0"/>
          </a:p>
        </p:txBody>
      </p:sp>
      <p:pic>
        <p:nvPicPr>
          <p:cNvPr id="4" name="Image 0" descr="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819" y="1005840"/>
            <a:ext cx="7192363" cy="3840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Database Schema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MySQL, accessed via SQLAlchemy ORM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Columns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role_id (PK), role_name, description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</a:rPr>
                        <a:t>user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user_id (PK), full_name, email, role_id (FK)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</a:rPr>
                        <a:t>session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session_id (PK), user_id (FK), jwt_token, device_info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</a:rPr>
                        <a:t>gesture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gesture_id (PK), gesture_label, landmark_data, created_by (FK)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</a:rPr>
                        <a:t>translation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translation_id (PK), user_id (FK), session_id (FK), confidence_score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</a:rPr>
                        <a:t>translation_gesture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translation_id, gesture_id (PK, FK), sequence_order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</a:rPr>
                        <a:t>confidence_feedback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feedback_id (PK), translation_id (FK), predicted_label, actual_label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</a:rPr>
                        <a:t>emergency_phrase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emergency_id (PK), phrase_text, category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</a:rPr>
                        <a:t>user_emergency_favorite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user_id, emergency_id (PK, FK), added_at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</a:rPr>
                        <a:t>audit_log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log_id (PK), user_id (FK), action, timestamp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nBridge">
  <a:themeElements>
    <a:clrScheme name="SignBridge">
      <a:dk1>
        <a:srgbClr val="1B2A3A"/>
      </a:dk1>
      <a:lt1>
        <a:srgbClr val="FFFFFF"/>
      </a:lt1>
      <a:dk2>
        <a:srgbClr val="1F4E79"/>
      </a:dk2>
      <a:lt2>
        <a:srgbClr val="F3F6FA"/>
      </a:lt2>
      <a:accent1>
        <a:srgbClr val="1F4E79"/>
      </a:accent1>
      <a:accent2>
        <a:srgbClr val="F2A900"/>
      </a:accent2>
      <a:accent3>
        <a:srgbClr val="2E7D5B"/>
      </a:accent3>
      <a:accent4>
        <a:srgbClr val="B5651D"/>
      </a:accent4>
      <a:accent5>
        <a:srgbClr val="6B7280"/>
      </a:accent5>
      <a:accent6>
        <a:srgbClr val="5B8DB8"/>
      </a:accent6>
      <a:hlink>
        <a:srgbClr val="1F4E79"/>
      </a:hlink>
      <a:folHlink>
        <a:srgbClr val="6B7280"/>
      </a:folHlink>
    </a:clrScheme>
    <a:fontScheme name="SignBridg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2026-10-03T09:26:34Z</dcterms:created>
  <dcterms:modified xsi:type="dcterms:W3CDTF">2026-10-03T09:26:34Z</dcterms:modified>
</cp:coreProperties>
</file>